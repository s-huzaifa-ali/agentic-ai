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48640" y="3246120"/>
            <a:ext cx="109728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74320"/>
            <a:ext cx="164592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1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/>
        </p:nvSpPr>
        <p:spPr>
          <a:xfrm>
            <a:off x="548640" y="822960"/>
            <a:ext cx="8046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semi-independent policies training method with shared representation for heterogeneous multi-agent reinforcement learning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Paper summary  | 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Syed Huzaifa Ali (23K-0004)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Problem and motivation</a:t>
            </a:r>
            <a:endParaRPr sz="2600"/>
          </a:p>
        </p:txBody>
      </p:sp>
      <p:sp>
        <p:nvSpPr>
          <p:cNvPr id="32" name="Google Shape;32;p6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 sharing speeds up multi-agent RL and works well for homogeneous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Heterogeneous agents differ in observations, actions, roles and goals; one shared policy converges slowly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Zero-padding inputs and outputs is a workaround, but adds redundant information and weak early policies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Inspiration: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hare a common representation plus partial parameters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The STSR method</a:t>
            </a:r>
            <a:endParaRPr sz="2600"/>
          </a:p>
        </p:txBody>
      </p:sp>
      <p:sp>
        <p:nvSpPr>
          <p:cNvPr id="40" name="Google Shape;40;p7"/>
          <p:cNvSpPr/>
          <p:nvPr/>
        </p:nvSpPr>
        <p:spPr>
          <a:xfrm>
            <a:off x="457200" y="1234440"/>
            <a:ext cx="2651760" cy="33832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457200" y="1234440"/>
            <a:ext cx="2651760" cy="5029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54864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Common representation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548640" y="1828800"/>
            <a:ext cx="2468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RNN encoder-decoder trained by supervised prediction of the next observation and reward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sees only the agent type, so latent z captures type-specific dynamics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all agents one input/output 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3291840" y="1234440"/>
            <a:ext cx="2651760" cy="33832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3291840" y="1234440"/>
            <a:ext cx="2651760" cy="50292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338328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Semi-independent policies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3383280" y="1828800"/>
            <a:ext cx="2468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parameter sharing among agents of the same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parameter sharing across types: shared layers (initialised from the representation) plus type-specific 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mixing network combines agent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6126480" y="1234440"/>
            <a:ext cx="2651760" cy="33832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6126480" y="1234440"/>
            <a:ext cx="2651760" cy="50292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621792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Intrinsic rewards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217920" y="1828800"/>
            <a:ext cx="2468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Exploration reward r^e from forward-model prediction error (novelty)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Diversity reward r^d: similar representations within a type, different across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Total: r + λe·r^e + λd·r^d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Experiments and results</a:t>
            </a:r>
            <a:endParaRPr sz="2600"/>
          </a:p>
        </p:txBody>
      </p:sp>
      <p:sp>
        <p:nvSpPr>
          <p:cNvPr id="59" name="Google Shape;59;p8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Testbed: StarCraft II micromanagement (SMAC), 14 scenarios, 4 random seeds, median reported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Baselines: VDN, QMIX, QPLEX, role-based ROMA and RODE, and diversity-based CDS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on the heterogeneous maps 3s5z_vs_3s6z and MMM2; second on 3s5z and 27m_vs_30m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Weaker than role-based methods and CDS on homogeneous maps with many same-type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Ablation: every component helps; updating the representation matters most, hard sharing mainly speeds training, r^e helps everywhere and r^d helps early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dk2"/>
                </a:solidFill>
              </a:rPr>
              <a:t>Transfer, conclusions and limits</a:t>
            </a:r>
            <a:endParaRPr sz="2600"/>
          </a:p>
        </p:txBody>
      </p:sp>
      <p:sp>
        <p:nvSpPr>
          <p:cNvPr id="67" name="Google Shape;67;p9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Transfer and curriculum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548640" y="1572768"/>
            <a:ext cx="3840480" cy="36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 txBox="1"/>
          <p:nvPr/>
        </p:nvSpPr>
        <p:spPr>
          <a:xfrm>
            <a:off x="54864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learned on 3s5z_vs_3s6z was reused on unseen maps with more units, without retraining (Fig. 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best when both sides grow; duplicating a type's policy for new agents supports curriculum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Embeddings cluster by unit type (self-supervised tighter, RL more diverse)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 txBox="1"/>
          <p:nvPr/>
        </p:nvSpPr>
        <p:spPr>
          <a:xfrm>
            <a:off x="466344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Conclusion and 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663440" y="1572768"/>
            <a:ext cx="3840480" cy="3657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/>
        </p:nvSpPr>
        <p:spPr>
          <a:xfrm>
            <a:off x="466344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to bring multi-task hard parameter sharing and a supervised shared representation into MARL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mainstream methods on heterogeneous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suited to homogeneous or large same-type groups, where random clustering did better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work: better parameter-sharing groups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Summary">
  <a:themeElements>
    <a:clrScheme name="PaperSummary">
      <a:dk1>
        <a:srgbClr val="1F2933"/>
      </a:dk1>
      <a:lt1>
        <a:srgbClr val="FFFFFF"/>
      </a:lt1>
      <a:dk2>
        <a:srgbClr val="0B3C5D"/>
      </a:dk2>
      <a:lt2>
        <a:srgbClr val="EEF3F7"/>
      </a:lt2>
      <a:accent1>
        <a:srgbClr val="1D7874"/>
      </a:accent1>
      <a:accent2>
        <a:srgbClr val="E07A1F"/>
      </a:accent2>
      <a:accent3>
        <a:srgbClr val="3E7CB1"/>
      </a:accent3>
      <a:accent4>
        <a:srgbClr val="6B4E9B"/>
      </a:accent4>
      <a:accent5>
        <a:srgbClr val="B23A48"/>
      </a:accent5>
      <a:accent6>
        <a:srgbClr val="5B8C5A"/>
      </a:accent6>
      <a:hlink>
        <a:srgbClr val="3E7CB1"/>
      </a:hlink>
      <a:folHlink>
        <a:srgbClr val="6B4E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Summary">
  <a:themeElements>
    <a:clrScheme name="PaperSummary">
      <a:dk1>
        <a:srgbClr val="1F2933"/>
      </a:dk1>
      <a:lt1>
        <a:srgbClr val="FFFFFF"/>
      </a:lt1>
      <a:dk2>
        <a:srgbClr val="0B3C5D"/>
      </a:dk2>
      <a:lt2>
        <a:srgbClr val="EEF3F7"/>
      </a:lt2>
      <a:accent1>
        <a:srgbClr val="1D7874"/>
      </a:accent1>
      <a:accent2>
        <a:srgbClr val="E07A1F"/>
      </a:accent2>
      <a:accent3>
        <a:srgbClr val="3E7CB1"/>
      </a:accent3>
      <a:accent4>
        <a:srgbClr val="6B4E9B"/>
      </a:accent4>
      <a:accent5>
        <a:srgbClr val="B23A48"/>
      </a:accent5>
      <a:accent6>
        <a:srgbClr val="5B8C5A"/>
      </a:accent6>
      <a:hlink>
        <a:srgbClr val="3E7CB1"/>
      </a:hlink>
      <a:folHlink>
        <a:srgbClr val="6B4E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